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8BA1B-1AE5-49B4-835D-9B56E4B3698E}" type="datetimeFigureOut">
              <a:rPr lang="zh-CN" altLang="en-US" smtClean="0"/>
              <a:t>2022-12-9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AEAA-EC89-4638-A33C-8DF6DF89B1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61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8BA1B-1AE5-49B4-835D-9B56E4B3698E}" type="datetimeFigureOut">
              <a:rPr lang="zh-CN" altLang="en-US" smtClean="0"/>
              <a:t>2022-12-9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AEAA-EC89-4638-A33C-8DF6DF89B1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212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8BA1B-1AE5-49B4-835D-9B56E4B3698E}" type="datetimeFigureOut">
              <a:rPr lang="zh-CN" altLang="en-US" smtClean="0"/>
              <a:t>2022-12-9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AEAA-EC89-4638-A33C-8DF6DF89B1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544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8BA1B-1AE5-49B4-835D-9B56E4B3698E}" type="datetimeFigureOut">
              <a:rPr lang="zh-CN" altLang="en-US" smtClean="0"/>
              <a:t>2022-12-9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AEAA-EC89-4638-A33C-8DF6DF89B1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638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8BA1B-1AE5-49B4-835D-9B56E4B3698E}" type="datetimeFigureOut">
              <a:rPr lang="zh-CN" altLang="en-US" smtClean="0"/>
              <a:t>2022-12-9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AEAA-EC89-4638-A33C-8DF6DF89B1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511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8BA1B-1AE5-49B4-835D-9B56E4B3698E}" type="datetimeFigureOut">
              <a:rPr lang="zh-CN" altLang="en-US" smtClean="0"/>
              <a:t>2022-12-9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AEAA-EC89-4638-A33C-8DF6DF89B1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1731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8BA1B-1AE5-49B4-835D-9B56E4B3698E}" type="datetimeFigureOut">
              <a:rPr lang="zh-CN" altLang="en-US" smtClean="0"/>
              <a:t>2022-12-9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AEAA-EC89-4638-A33C-8DF6DF89B1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977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8BA1B-1AE5-49B4-835D-9B56E4B3698E}" type="datetimeFigureOut">
              <a:rPr lang="zh-CN" altLang="en-US" smtClean="0"/>
              <a:t>2022-12-9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AEAA-EC89-4638-A33C-8DF6DF89B1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1499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8BA1B-1AE5-49B4-835D-9B56E4B3698E}" type="datetimeFigureOut">
              <a:rPr lang="zh-CN" altLang="en-US" smtClean="0"/>
              <a:t>2022-12-9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AEAA-EC89-4638-A33C-8DF6DF89B1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1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8BA1B-1AE5-49B4-835D-9B56E4B3698E}" type="datetimeFigureOut">
              <a:rPr lang="zh-CN" altLang="en-US" smtClean="0"/>
              <a:t>2022-12-9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AEAA-EC89-4638-A33C-8DF6DF89B1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237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8BA1B-1AE5-49B4-835D-9B56E4B3698E}" type="datetimeFigureOut">
              <a:rPr lang="zh-CN" altLang="en-US" smtClean="0"/>
              <a:t>2022-12-9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AEAA-EC89-4638-A33C-8DF6DF89B1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768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8BA1B-1AE5-49B4-835D-9B56E4B3698E}" type="datetimeFigureOut">
              <a:rPr lang="zh-CN" altLang="en-US" smtClean="0"/>
              <a:t>2022-12-9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15AEAA-EC89-4638-A33C-8DF6DF89B1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071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389878" y="603681"/>
                <a:ext cx="4869402" cy="29306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/>
                  <a:t>室内机能力分配计算原理（限制冷）：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dirty="0" smtClean="0"/>
                  <a:t>由于多联机系统可能同时开启多台室内机，因此需要计算每台室内机的</a:t>
                </a:r>
                <a:r>
                  <a:rPr lang="en-US" altLang="zh-CN" dirty="0" err="1" smtClean="0"/>
                  <a:t>Cv</a:t>
                </a:r>
                <a:r>
                  <a:rPr lang="zh-CN" altLang="en-US" dirty="0" smtClean="0"/>
                  <a:t>值（如右侧代码所示），将同一套冷媒系统所有室内机的</a:t>
                </a:r>
                <a:r>
                  <a:rPr lang="en-US" altLang="zh-CN" dirty="0" err="1" smtClean="0"/>
                  <a:t>Cv</a:t>
                </a:r>
                <a:r>
                  <a:rPr lang="zh-CN" altLang="en-US" dirty="0" smtClean="0"/>
                  <a:t>累加后，通过</a:t>
                </a:r>
                <a:r>
                  <a:rPr lang="en-US" altLang="zh-CN" dirty="0" err="1" smtClean="0"/>
                  <a:t>Cv</a:t>
                </a:r>
                <a:r>
                  <a:rPr lang="zh-CN" altLang="en-US" dirty="0" smtClean="0"/>
                  <a:t>值比例将系统的总制冷量分配到不同内机。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𝑄𝑐𝑜𝑜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𝑖𝑛𝑑𝑜𝑜𝑟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𝑖𝑛𝑑𝑜𝑜𝑟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𝑠𝑢𝑚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𝑄𝑐𝑜𝑜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𝑠𝑦𝑠𝑡𝑒𝑚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78" y="603681"/>
                <a:ext cx="4869402" cy="2930674"/>
              </a:xfrm>
              <a:prstGeom prst="rect">
                <a:avLst/>
              </a:prstGeom>
              <a:blipFill>
                <a:blip r:embed="rId2"/>
                <a:stretch>
                  <a:fillRect l="-1126" t="-10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5291091" y="585926"/>
            <a:ext cx="6613865" cy="5495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def CV_Valve_in(</a:t>
            </a:r>
            <a:r>
              <a:rPr lang="en-US" altLang="zh-CN" dirty="0" err="1"/>
              <a:t>Hp,pls</a:t>
            </a:r>
            <a:r>
              <a:rPr lang="en-US" altLang="zh-CN" dirty="0"/>
              <a:t>):      #</a:t>
            </a:r>
            <a:r>
              <a:rPr lang="zh-CN" altLang="en-US" dirty="0"/>
              <a:t>室内机阀的</a:t>
            </a:r>
            <a:r>
              <a:rPr lang="en-US" altLang="zh-CN" dirty="0" err="1"/>
              <a:t>Cv</a:t>
            </a:r>
            <a:r>
              <a:rPr lang="zh-CN" altLang="en-US" dirty="0"/>
              <a:t>值</a:t>
            </a:r>
            <a:r>
              <a:rPr lang="zh-CN" altLang="en-US" dirty="0" smtClean="0"/>
              <a:t>计算代码 </a:t>
            </a:r>
            <a:r>
              <a:rPr lang="zh-CN" altLang="en-US" dirty="0"/>
              <a:t> </a:t>
            </a:r>
          </a:p>
          <a:p>
            <a:r>
              <a:rPr lang="zh-CN" altLang="en-US" dirty="0"/>
              <a:t>    </a:t>
            </a:r>
            <a:r>
              <a:rPr lang="en-US" altLang="zh-CN" dirty="0"/>
              <a:t>if Hp&lt;=3:</a:t>
            </a:r>
          </a:p>
          <a:p>
            <a:r>
              <a:rPr lang="en-US" altLang="zh-CN" dirty="0"/>
              <a:t>        bore=2.0 </a:t>
            </a:r>
          </a:p>
          <a:p>
            <a:r>
              <a:rPr lang="en-US" altLang="zh-CN" dirty="0"/>
              <a:t>    elif Hp&gt;3:</a:t>
            </a:r>
          </a:p>
          <a:p>
            <a:r>
              <a:rPr lang="en-US" altLang="zh-CN" dirty="0"/>
              <a:t>        bore=2.4   #</a:t>
            </a:r>
            <a:r>
              <a:rPr lang="zh-CN" altLang="en-US" dirty="0"/>
              <a:t>口径  </a:t>
            </a:r>
          </a:p>
          <a:p>
            <a:r>
              <a:rPr lang="zh-CN" altLang="en-US" dirty="0"/>
              <a:t>    </a:t>
            </a:r>
            <a:r>
              <a:rPr lang="en-US" altLang="zh-CN" dirty="0"/>
              <a:t>if bore==2.0:</a:t>
            </a:r>
          </a:p>
          <a:p>
            <a:r>
              <a:rPr lang="en-US" altLang="zh-CN" dirty="0"/>
              <a:t>        if pls&lt;420: </a:t>
            </a:r>
          </a:p>
          <a:p>
            <a:r>
              <a:rPr lang="en-US" altLang="zh-CN" dirty="0"/>
              <a:t>            CV_Valve_in=min(-2.4650986E-07*pls**2+4.5057327E-04*pls-9.9681000E-03,0.175)  </a:t>
            </a:r>
          </a:p>
          <a:p>
            <a:r>
              <a:rPr lang="en-US" altLang="zh-CN" dirty="0"/>
              <a:t>        else:</a:t>
            </a:r>
          </a:p>
          <a:p>
            <a:r>
              <a:rPr lang="en-US" altLang="zh-CN" dirty="0"/>
              <a:t>            CV_Valve_in=min(-1.8600709E-06*pls**2+2.2114331E-03*pls-4.6567020E-01,0.175)  </a:t>
            </a:r>
          </a:p>
          <a:p>
            <a:r>
              <a:rPr lang="en-US" altLang="zh-CN" dirty="0"/>
              <a:t>    elif bore==2.4:</a:t>
            </a:r>
          </a:p>
          <a:p>
            <a:r>
              <a:rPr lang="en-US" altLang="zh-CN" dirty="0"/>
              <a:t>        CV_Valve_in=min(-8.6785257E-07*pls**2+1.0566637E-03*pls-2.98239E-02,0.273)</a:t>
            </a:r>
          </a:p>
          <a:p>
            <a:r>
              <a:rPr lang="en-US" altLang="zh-CN" dirty="0"/>
              <a:t>    if CV_Valve_in &lt; 0:</a:t>
            </a:r>
          </a:p>
          <a:p>
            <a:r>
              <a:rPr lang="en-US" altLang="zh-CN" dirty="0"/>
              <a:t>        return 0</a:t>
            </a:r>
          </a:p>
          <a:p>
            <a:r>
              <a:rPr lang="en-US" altLang="zh-CN" dirty="0"/>
              <a:t>    else:</a:t>
            </a:r>
          </a:p>
          <a:p>
            <a:r>
              <a:rPr lang="en-US" altLang="zh-CN" dirty="0"/>
              <a:t>        return CV_Valve_in </a:t>
            </a:r>
          </a:p>
        </p:txBody>
      </p:sp>
      <p:sp>
        <p:nvSpPr>
          <p:cNvPr id="6" name="椭圆 5"/>
          <p:cNvSpPr/>
          <p:nvPr/>
        </p:nvSpPr>
        <p:spPr>
          <a:xfrm>
            <a:off x="6951216" y="585926"/>
            <a:ext cx="363984" cy="38174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792244" y="119822"/>
            <a:ext cx="5326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表明室内机匹数，对应点位为（</a:t>
            </a:r>
            <a:r>
              <a:rPr lang="en-US" altLang="zh-CN" dirty="0" err="1" smtClean="0">
                <a:solidFill>
                  <a:srgbClr val="FF0000"/>
                </a:solidFill>
              </a:rPr>
              <a:t>indoorHorses</a:t>
            </a:r>
            <a:r>
              <a:rPr lang="en-US" altLang="zh-CN" dirty="0" smtClean="0">
                <a:solidFill>
                  <a:srgbClr val="FF0000"/>
                </a:solidFill>
              </a:rPr>
              <a:t>/10</a:t>
            </a:r>
            <a:r>
              <a:rPr lang="zh-CN" altLang="en-US" dirty="0" smtClean="0">
                <a:solidFill>
                  <a:srgbClr val="FF0000"/>
                </a:solidFill>
              </a:rPr>
              <a:t>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315200" y="1047591"/>
            <a:ext cx="3107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表明室内机电子膨胀阀开度，对应点位为</a:t>
            </a:r>
            <a:r>
              <a:rPr lang="en-US" altLang="zh-CN" dirty="0" smtClean="0">
                <a:solidFill>
                  <a:srgbClr val="FF0000"/>
                </a:solidFill>
              </a:rPr>
              <a:t>exv1Opening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7319639" y="590365"/>
            <a:ext cx="363984" cy="38174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肘形连接符 10"/>
          <p:cNvCxnSpPr>
            <a:stCxn id="6" idx="2"/>
            <a:endCxn id="7" idx="2"/>
          </p:cNvCxnSpPr>
          <p:nvPr/>
        </p:nvCxnSpPr>
        <p:spPr>
          <a:xfrm rot="10800000">
            <a:off x="6455546" y="489154"/>
            <a:ext cx="495671" cy="28764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肘形连接符 12"/>
          <p:cNvCxnSpPr>
            <a:endCxn id="8" idx="0"/>
          </p:cNvCxnSpPr>
          <p:nvPr/>
        </p:nvCxnSpPr>
        <p:spPr>
          <a:xfrm>
            <a:off x="7683623" y="776796"/>
            <a:ext cx="1185169" cy="27079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043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310</Words>
  <Application>Microsoft Office PowerPoint</Application>
  <PresentationFormat>宽屏</PresentationFormat>
  <Paragraphs>23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Midea</dc:creator>
  <cp:lastModifiedBy>Midea</cp:lastModifiedBy>
  <cp:revision>2</cp:revision>
  <dcterms:created xsi:type="dcterms:W3CDTF">2022-12-09T06:41:47Z</dcterms:created>
  <dcterms:modified xsi:type="dcterms:W3CDTF">2022-12-09T06:54:20Z</dcterms:modified>
</cp:coreProperties>
</file>